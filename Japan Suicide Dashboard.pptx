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4/16/2022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7BF3DA27-EB36-4B04-A641-EA74B08A9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1009650"/>
            <a:ext cx="119380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Japan Suicide Dashboard</dc:title>
  <dc:creator>Eniola Olowo</dc:creator>
  <cp:lastModifiedBy>Shahmesh Davis</cp:lastModifiedBy>
  <cp:revision>2</cp:revision>
  <dcterms:created xsi:type="dcterms:W3CDTF">2022-04-17T02:31:54Z</dcterms:created>
  <dcterms:modified xsi:type="dcterms:W3CDTF">2022-04-17T02:34:59Z</dcterms:modified>
</cp:coreProperties>
</file>